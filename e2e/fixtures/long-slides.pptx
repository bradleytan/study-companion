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1: supply</a:t>
            </a:r>
          </a:p>
          <a:p>
            <a:r>
              <a:t>Point 1: supply is a key idea that students should be able to explain in their own words.</a:t>
            </a:r>
          </a:p>
          <a:p>
            <a:r>
              <a:t>Point 2: supply links closely to how markets reach a price that buyers and sellers accept.</a:t>
            </a:r>
          </a:p>
          <a:p>
            <a:r>
              <a:t>Point 3: supply was first described by economists studying trade and later tested with data.</a:t>
            </a:r>
          </a:p>
          <a:p>
            <a:r>
              <a:t>Point 4: supply depends on the choices of households and firms and the rules set by government.</a:t>
            </a:r>
          </a:p>
          <a:p>
            <a:r>
              <a:t>Point 5: supply can be shown on a simple diagram with a clear label on each axis.</a:t>
            </a:r>
          </a:p>
          <a:p>
            <a:r>
              <a:t>Point 6: supply often appears in exam questions that ask for a clear definition and an example.</a:t>
            </a:r>
          </a:p>
          <a:p>
            <a:r>
              <a:t>Point 7: supply is a key idea that students should be able to explain in their own words.</a:t>
            </a:r>
          </a:p>
          <a:p>
            <a:r>
              <a:t>Point 8: supply links closely to how markets reach a price that buyers and sellers accept.</a:t>
            </a:r>
          </a:p>
          <a:p>
            <a:r>
              <a:t>Point 9: supply was first described by economists studying trade and later tested with data.</a:t>
            </a:r>
          </a:p>
          <a:p>
            <a:r>
              <a:t>Point 10: supply depends on the choices of households and firms and the rules set by government.</a:t>
            </a:r>
          </a:p>
          <a:p>
            <a:r>
              <a:t>Point 11: supply can be shown on a simple diagram with a clear label on each axis.</a:t>
            </a:r>
          </a:p>
          <a:p>
            <a:r>
              <a:t>Point 12: supply often appears in exam questions that ask for a clear definition and an example.</a:t>
            </a:r>
          </a:p>
          <a:p>
            <a:r>
              <a:t>Point 13: supply is a key idea that students should be able to explain in their own words.</a:t>
            </a:r>
          </a:p>
          <a:p>
            <a:r>
              <a:t>Point 14: supply links closely to how markets reach a price that buyers and sellers accept.</a:t>
            </a:r>
          </a:p>
          <a:p>
            <a:r>
              <a:t>Point 15: supply was first described by economists studying trade and later tested with data.</a:t>
            </a:r>
          </a:p>
          <a:p>
            <a:r>
              <a:t>Point 16: supply depends on the choices of households and firms and the rules set by government.</a:t>
            </a:r>
          </a:p>
          <a:p>
            <a:r>
              <a:t>Point 17: supply can be shown on a simple diagram with a clear label on each axis.</a:t>
            </a:r>
          </a:p>
          <a:p>
            <a:r>
              <a:t>Point 18: supply often appears in exam questions that ask for a clear definition and an example.</a:t>
            </a:r>
          </a:p>
          <a:p>
            <a:r>
              <a:t>Point 19: supply is a key idea that students should be able to explain in their own words.</a:t>
            </a:r>
          </a:p>
          <a:p>
            <a:r>
              <a:t>Point 20: supply links closely to how markets reach a price that buyers and sellers accept.</a:t>
            </a:r>
          </a:p>
          <a:p>
            <a:r>
              <a:t>Point 21: supply was first described by economists studying trade and later tested with data.</a:t>
            </a:r>
          </a:p>
          <a:p>
            <a:r>
              <a:t>Point 22: supply depends on the choices of households and firms and the rules set by government.</a:t>
            </a:r>
          </a:p>
          <a:p>
            <a:r>
              <a:t>Point 23: supply can be shown on a simple diagram with a clear label on each axis.</a:t>
            </a:r>
          </a:p>
          <a:p>
            <a:r>
              <a:t>Point 24: supply often appears in exam questions that ask for a clear definition and an example.</a:t>
            </a:r>
          </a:p>
          <a:p>
            <a:r>
              <a:t>Point 25: supply is a key idea that students should be able to explain in their own words.</a:t>
            </a:r>
          </a:p>
          <a:p>
            <a:r>
              <a:t>Point 26: supply links closely to how markets reach a price that buyers and sellers accept.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2: demand</a:t>
            </a:r>
          </a:p>
          <a:p>
            <a:r>
              <a:t>Point 1: demand links closely to how markets reach a price that buyers and sellers accept.</a:t>
            </a:r>
          </a:p>
          <a:p>
            <a:r>
              <a:t>Point 2: demand was first described by economists studying trade and later tested with data.</a:t>
            </a:r>
          </a:p>
          <a:p>
            <a:r>
              <a:t>Point 3: demand depends on the choices of households and firms and the rules set by government.</a:t>
            </a:r>
          </a:p>
          <a:p>
            <a:r>
              <a:t>Point 4: demand can be shown on a simple diagram with a clear label on each axis.</a:t>
            </a:r>
          </a:p>
          <a:p>
            <a:r>
              <a:t>Point 5: demand often appears in exam questions that ask for a clear definition and an example.</a:t>
            </a:r>
          </a:p>
          <a:p>
            <a:r>
              <a:t>Point 6: demand is a key idea that students should be able to explain in their own words.</a:t>
            </a:r>
          </a:p>
          <a:p>
            <a:r>
              <a:t>Point 7: demand links closely to how markets reach a price that buyers and sellers accept.</a:t>
            </a:r>
          </a:p>
          <a:p>
            <a:r>
              <a:t>Point 8: demand was first described by economists studying trade and later tested with data.</a:t>
            </a:r>
          </a:p>
          <a:p>
            <a:r>
              <a:t>Point 9: demand depends on the choices of households and firms and the rules set by government.</a:t>
            </a:r>
          </a:p>
          <a:p>
            <a:r>
              <a:t>Point 10: demand can be shown on a simple diagram with a clear label on each axis.</a:t>
            </a:r>
          </a:p>
          <a:p>
            <a:r>
              <a:t>Point 11: demand often appears in exam questions that ask for a clear definition and an example.</a:t>
            </a:r>
          </a:p>
          <a:p>
            <a:r>
              <a:t>Point 12: demand is a key idea that students should be able to explain in their own words.</a:t>
            </a:r>
          </a:p>
          <a:p>
            <a:r>
              <a:t>Point 13: demand links closely to how markets reach a price that buyers and sellers accept.</a:t>
            </a:r>
          </a:p>
          <a:p>
            <a:r>
              <a:t>Point 14: demand was first described by economists studying trade and later tested with data.</a:t>
            </a:r>
          </a:p>
          <a:p>
            <a:r>
              <a:t>Point 15: demand depends on the choices of households and firms and the rules set by government.</a:t>
            </a:r>
          </a:p>
          <a:p>
            <a:r>
              <a:t>Point 16: demand can be shown on a simple diagram with a clear label on each axis.</a:t>
            </a:r>
          </a:p>
          <a:p>
            <a:r>
              <a:t>Point 17: demand often appears in exam questions that ask for a clear definition and an example.</a:t>
            </a:r>
          </a:p>
          <a:p>
            <a:r>
              <a:t>Point 18: demand is a key idea that students should be able to explain in their own words.</a:t>
            </a:r>
          </a:p>
          <a:p>
            <a:r>
              <a:t>Point 19: demand links closely to how markets reach a price that buyers and sellers accept.</a:t>
            </a:r>
          </a:p>
          <a:p>
            <a:r>
              <a:t>Point 20: demand was first described by economists studying trade and later tested with data.</a:t>
            </a:r>
          </a:p>
          <a:p>
            <a:r>
              <a:t>Point 21: demand depends on the choices of households and firms and the rules set by government.</a:t>
            </a:r>
          </a:p>
          <a:p>
            <a:r>
              <a:t>Point 22: demand can be shown on a simple diagram with a clear label on each axis.</a:t>
            </a:r>
          </a:p>
          <a:p>
            <a:r>
              <a:t>Point 23: demand often appears in exam questions that ask for a clear definition and an example.</a:t>
            </a:r>
          </a:p>
          <a:p>
            <a:r>
              <a:t>Point 24: demand is a key idea that students should be able to explain in their own words.</a:t>
            </a:r>
          </a:p>
          <a:p>
            <a:r>
              <a:t>Point 25: demand links closely to how markets reach a price that buyers and sellers accept.</a:t>
            </a:r>
          </a:p>
          <a:p>
            <a:r>
              <a:t>Point 26: demand was first described by economists studying trade and later tested with data.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3: elasticity</a:t>
            </a:r>
          </a:p>
          <a:p>
            <a:r>
              <a:t>Point 1: elasticity was first described by economists studying trade and later tested with data.</a:t>
            </a:r>
          </a:p>
          <a:p>
            <a:r>
              <a:t>Point 2: elasticity depends on the choices of households and firms and the rules set by government.</a:t>
            </a:r>
          </a:p>
          <a:p>
            <a:r>
              <a:t>Point 3: elasticity can be shown on a simple diagram with a clear label on each axis.</a:t>
            </a:r>
          </a:p>
          <a:p>
            <a:r>
              <a:t>Point 4: elasticity often appears in exam questions that ask for a clear definition and an example.</a:t>
            </a:r>
          </a:p>
          <a:p>
            <a:r>
              <a:t>Point 5: elasticity is a key idea that students should be able to explain in their own words.</a:t>
            </a:r>
          </a:p>
          <a:p>
            <a:r>
              <a:t>Point 6: elasticity links closely to how markets reach a price that buyers and sellers accept.</a:t>
            </a:r>
          </a:p>
          <a:p>
            <a:r>
              <a:t>Point 7: elasticity was first described by economists studying trade and later tested with data.</a:t>
            </a:r>
          </a:p>
          <a:p>
            <a:r>
              <a:t>Point 8: elasticity depends on the choices of households and firms and the rules set by government.</a:t>
            </a:r>
          </a:p>
          <a:p>
            <a:r>
              <a:t>Point 9: elasticity can be shown on a simple diagram with a clear label on each axis.</a:t>
            </a:r>
          </a:p>
          <a:p>
            <a:r>
              <a:t>Point 10: elasticity often appears in exam questions that ask for a clear definition and an example.</a:t>
            </a:r>
          </a:p>
          <a:p>
            <a:r>
              <a:t>Point 11: elasticity is a key idea that students should be able to explain in their own words.</a:t>
            </a:r>
          </a:p>
          <a:p>
            <a:r>
              <a:t>Point 12: elasticity links closely to how markets reach a price that buyers and sellers accept.</a:t>
            </a:r>
          </a:p>
          <a:p>
            <a:r>
              <a:t>Point 13: elasticity was first described by economists studying trade and later tested with data.</a:t>
            </a:r>
          </a:p>
          <a:p>
            <a:r>
              <a:t>Point 14: elasticity depends on the choices of households and firms and the rules set by government.</a:t>
            </a:r>
          </a:p>
          <a:p>
            <a:r>
              <a:t>Point 15: elasticity can be shown on a simple diagram with a clear label on each axis.</a:t>
            </a:r>
          </a:p>
          <a:p>
            <a:r>
              <a:t>Point 16: elasticity often appears in exam questions that ask for a clear definition and an example.</a:t>
            </a:r>
          </a:p>
          <a:p>
            <a:r>
              <a:t>Point 17: elasticity is a key idea that students should be able to explain in their own words.</a:t>
            </a:r>
          </a:p>
          <a:p>
            <a:r>
              <a:t>Point 18: elasticity links closely to how markets reach a price that buyers and sellers accept.</a:t>
            </a:r>
          </a:p>
          <a:p>
            <a:r>
              <a:t>Point 19: elasticity was first described by economists studying trade and later tested with data.</a:t>
            </a:r>
          </a:p>
          <a:p>
            <a:r>
              <a:t>Point 20: elasticity depends on the choices of households and firms and the rules set by government.</a:t>
            </a:r>
          </a:p>
          <a:p>
            <a:r>
              <a:t>Point 21: elasticity can be shown on a simple diagram with a clear label on each axis.</a:t>
            </a:r>
          </a:p>
          <a:p>
            <a:r>
              <a:t>Point 22: elasticity often appears in exam questions that ask for a clear definition and an example.</a:t>
            </a:r>
          </a:p>
          <a:p>
            <a:r>
              <a:t>Point 23: elasticity is a key idea that students should be able to explain in their own words.</a:t>
            </a:r>
          </a:p>
          <a:p>
            <a:r>
              <a:t>Point 24: elasticity links closely to how markets reach a price that buyers and sellers accept.</a:t>
            </a:r>
          </a:p>
          <a:p>
            <a:r>
              <a:t>Point 25: elasticity was first described by economists studying trade and later tested with data.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4: market equilibrium</a:t>
            </a:r>
          </a:p>
          <a:p>
            <a:r>
              <a:t>Point 1: market equilibrium depends on the choices of households and firms and the rules set by government.</a:t>
            </a:r>
          </a:p>
          <a:p>
            <a:r>
              <a:t>Point 2: market equilibrium can be shown on a simple diagram with a clear label on each axis.</a:t>
            </a:r>
          </a:p>
          <a:p>
            <a:r>
              <a:t>Point 3: market equilibrium often appears in exam questions that ask for a clear definition and an example.</a:t>
            </a:r>
          </a:p>
          <a:p>
            <a:r>
              <a:t>Point 4: market equilibrium is a key idea that students should be able to explain in their own words.</a:t>
            </a:r>
          </a:p>
          <a:p>
            <a:r>
              <a:t>Point 5: market equilibrium links closely to how markets reach a price that buyers and sellers accept.</a:t>
            </a:r>
          </a:p>
          <a:p>
            <a:r>
              <a:t>Point 6: market equilibrium was first described by economists studying trade and later tested with data.</a:t>
            </a:r>
          </a:p>
          <a:p>
            <a:r>
              <a:t>Point 7: market equilibrium depends on the choices of households and firms and the rules set by government.</a:t>
            </a:r>
          </a:p>
          <a:p>
            <a:r>
              <a:t>Point 8: market equilibrium can be shown on a simple diagram with a clear label on each axis.</a:t>
            </a:r>
          </a:p>
          <a:p>
            <a:r>
              <a:t>Point 9: market equilibrium often appears in exam questions that ask for a clear definition and an example.</a:t>
            </a:r>
          </a:p>
          <a:p>
            <a:r>
              <a:t>Point 10: market equilibrium is a key idea that students should be able to explain in their own words.</a:t>
            </a:r>
          </a:p>
          <a:p>
            <a:r>
              <a:t>Point 11: market equilibrium links closely to how markets reach a price that buyers and sellers accept.</a:t>
            </a:r>
          </a:p>
          <a:p>
            <a:r>
              <a:t>Point 12: market equilibrium was first described by economists studying trade and later tested with data.</a:t>
            </a:r>
          </a:p>
          <a:p>
            <a:r>
              <a:t>Point 13: market equilibrium depends on the choices of households and firms and the rules set by government.</a:t>
            </a:r>
          </a:p>
          <a:p>
            <a:r>
              <a:t>Point 14: market equilibrium can be shown on a simple diagram with a clear label on each axis.</a:t>
            </a:r>
          </a:p>
          <a:p>
            <a:r>
              <a:t>Point 15: market equilibrium often appears in exam questions that ask for a clear definition and an example.</a:t>
            </a:r>
          </a:p>
          <a:p>
            <a:r>
              <a:t>Point 16: market equilibrium is a key idea that students should be able to explain in their own words.</a:t>
            </a:r>
          </a:p>
          <a:p>
            <a:r>
              <a:t>Point 17: market equilibrium links closely to how markets reach a price that buyers and sellers accept.</a:t>
            </a:r>
          </a:p>
          <a:p>
            <a:r>
              <a:t>Point 18: market equilibrium was first described by economists studying trade and later tested with data.</a:t>
            </a:r>
          </a:p>
          <a:p>
            <a:r>
              <a:t>Point 19: market equilibrium depends on the choices of households and firms and the rules set by government.</a:t>
            </a:r>
          </a:p>
          <a:p>
            <a:r>
              <a:t>Point 20: market equilibrium can be shown on a simple diagram with a clear label on each axis.</a:t>
            </a:r>
          </a:p>
          <a:p>
            <a:r>
              <a:t>Point 21: market equilibrium often appears in exam questions that ask for a clear definition and an example.</a:t>
            </a:r>
          </a:p>
          <a:p>
            <a:r>
              <a:t>Point 22: market equilibrium is a key idea that students should be able to explain in their own words.</a:t>
            </a:r>
          </a:p>
          <a:p>
            <a:r>
              <a:t>Point 23: market equilibrium links closely to how markets reach a price that buyers and sellers accept.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5: price controls</a:t>
            </a:r>
          </a:p>
          <a:p>
            <a:r>
              <a:t>Point 1: price controls can be shown on a simple diagram with a clear label on each axis.</a:t>
            </a:r>
          </a:p>
          <a:p>
            <a:r>
              <a:t>Point 2: price controls often appears in exam questions that ask for a clear definition and an example.</a:t>
            </a:r>
          </a:p>
          <a:p>
            <a:r>
              <a:t>Point 3: price controls is a key idea that students should be able to explain in their own words.</a:t>
            </a:r>
          </a:p>
          <a:p>
            <a:r>
              <a:t>Point 4: price controls links closely to how markets reach a price that buyers and sellers accept.</a:t>
            </a:r>
          </a:p>
          <a:p>
            <a:r>
              <a:t>Point 5: price controls was first described by economists studying trade and later tested with data.</a:t>
            </a:r>
          </a:p>
          <a:p>
            <a:r>
              <a:t>Point 6: price controls depends on the choices of households and firms and the rules set by government.</a:t>
            </a:r>
          </a:p>
          <a:p>
            <a:r>
              <a:t>Point 7: price controls can be shown on a simple diagram with a clear label on each axis.</a:t>
            </a:r>
          </a:p>
          <a:p>
            <a:r>
              <a:t>Point 8: price controls often appears in exam questions that ask for a clear definition and an example.</a:t>
            </a:r>
          </a:p>
          <a:p>
            <a:r>
              <a:t>Point 9: price controls is a key idea that students should be able to explain in their own words.</a:t>
            </a:r>
          </a:p>
          <a:p>
            <a:r>
              <a:t>Point 10: price controls links closely to how markets reach a price that buyers and sellers accept.</a:t>
            </a:r>
          </a:p>
          <a:p>
            <a:r>
              <a:t>Point 11: price controls was first described by economists studying trade and later tested with data.</a:t>
            </a:r>
          </a:p>
          <a:p>
            <a:r>
              <a:t>Point 12: price controls depends on the choices of households and firms and the rules set by government.</a:t>
            </a:r>
          </a:p>
          <a:p>
            <a:r>
              <a:t>Point 13: price controls can be shown on a simple diagram with a clear label on each axis.</a:t>
            </a:r>
          </a:p>
          <a:p>
            <a:r>
              <a:t>Point 14: price controls often appears in exam questions that ask for a clear definition and an example.</a:t>
            </a:r>
          </a:p>
          <a:p>
            <a:r>
              <a:t>Point 15: price controls is a key idea that students should be able to explain in their own words.</a:t>
            </a:r>
          </a:p>
          <a:p>
            <a:r>
              <a:t>Point 16: price controls links closely to how markets reach a price that buyers and sellers accept.</a:t>
            </a:r>
          </a:p>
          <a:p>
            <a:r>
              <a:t>Point 17: price controls was first described by economists studying trade and later tested with data.</a:t>
            </a:r>
          </a:p>
          <a:p>
            <a:r>
              <a:t>Point 18: price controls depends on the choices of households and firms and the rules set by government.</a:t>
            </a:r>
          </a:p>
          <a:p>
            <a:r>
              <a:t>Point 19: price controls can be shown on a simple diagram with a clear label on each axis.</a:t>
            </a:r>
          </a:p>
          <a:p>
            <a:r>
              <a:t>Point 20: price controls often appears in exam questions that ask for a clear definition and an example.</a:t>
            </a:r>
          </a:p>
          <a:p>
            <a:r>
              <a:t>Point 21: price controls is a key idea that students should be able to explain in their own words.</a:t>
            </a:r>
          </a:p>
          <a:p>
            <a:r>
              <a:t>Point 22: price controls links closely to how markets reach a price that buyers and sellers accept.</a:t>
            </a:r>
          </a:p>
          <a:p>
            <a:r>
              <a:t>Point 23: price controls was first described by economists studying trade and later tested with data.</a:t>
            </a:r>
          </a:p>
          <a:p>
            <a:r>
              <a:t>Point 24: price controls depends on the choices of households and firms and the rules set by government.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6: taxes</a:t>
            </a:r>
          </a:p>
          <a:p>
            <a:r>
              <a:t>Point 1: taxes often appears in exam questions that ask for a clear definition and an example.</a:t>
            </a:r>
          </a:p>
          <a:p>
            <a:r>
              <a:t>Point 2: taxes is a key idea that students should be able to explain in their own words.</a:t>
            </a:r>
          </a:p>
          <a:p>
            <a:r>
              <a:t>Point 3: taxes links closely to how markets reach a price that buyers and sellers accept.</a:t>
            </a:r>
          </a:p>
          <a:p>
            <a:r>
              <a:t>Point 4: taxes was first described by economists studying trade and later tested with data.</a:t>
            </a:r>
          </a:p>
          <a:p>
            <a:r>
              <a:t>Point 5: taxes depends on the choices of households and firms and the rules set by government.</a:t>
            </a:r>
          </a:p>
          <a:p>
            <a:r>
              <a:t>Point 6: taxes can be shown on a simple diagram with a clear label on each axis.</a:t>
            </a:r>
          </a:p>
          <a:p>
            <a:r>
              <a:t>Point 7: taxes often appears in exam questions that ask for a clear definition and an example.</a:t>
            </a:r>
          </a:p>
          <a:p>
            <a:r>
              <a:t>Point 8: taxes is a key idea that students should be able to explain in their own words.</a:t>
            </a:r>
          </a:p>
          <a:p>
            <a:r>
              <a:t>Point 9: taxes links closely to how markets reach a price that buyers and sellers accept.</a:t>
            </a:r>
          </a:p>
          <a:p>
            <a:r>
              <a:t>Point 10: taxes was first described by economists studying trade and later tested with data.</a:t>
            </a:r>
          </a:p>
          <a:p>
            <a:r>
              <a:t>Point 11: taxes depends on the choices of households and firms and the rules set by government.</a:t>
            </a:r>
          </a:p>
          <a:p>
            <a:r>
              <a:t>Point 12: taxes can be shown on a simple diagram with a clear label on each axis.</a:t>
            </a:r>
          </a:p>
          <a:p>
            <a:r>
              <a:t>Point 13: taxes often appears in exam questions that ask for a clear definition and an example.</a:t>
            </a:r>
          </a:p>
          <a:p>
            <a:r>
              <a:t>Point 14: taxes is a key idea that students should be able to explain in their own words.</a:t>
            </a:r>
          </a:p>
          <a:p>
            <a:r>
              <a:t>Point 15: taxes links closely to how markets reach a price that buyers and sellers accept.</a:t>
            </a:r>
          </a:p>
          <a:p>
            <a:r>
              <a:t>Point 16: taxes was first described by economists studying trade and later tested with data.</a:t>
            </a:r>
          </a:p>
          <a:p>
            <a:r>
              <a:t>Point 17: taxes depends on the choices of households and firms and the rules set by government.</a:t>
            </a:r>
          </a:p>
          <a:p>
            <a:r>
              <a:t>Point 18: taxes can be shown on a simple diagram with a clear label on each axis.</a:t>
            </a:r>
          </a:p>
          <a:p>
            <a:r>
              <a:t>Point 19: taxes often appears in exam questions that ask for a clear definition and an example.</a:t>
            </a:r>
          </a:p>
          <a:p>
            <a:r>
              <a:t>Point 20: taxes is a key idea that students should be able to explain in their own words.</a:t>
            </a:r>
          </a:p>
          <a:p>
            <a:r>
              <a:t>Point 21: taxes links closely to how markets reach a price that buyers and sellers accept.</a:t>
            </a:r>
          </a:p>
          <a:p>
            <a:r>
              <a:t>Point 22: taxes was first described by economists studying trade and later tested with data.</a:t>
            </a:r>
          </a:p>
          <a:p>
            <a:r>
              <a:t>Point 23: taxes depends on the choices of households and firms and the rules set by government.</a:t>
            </a:r>
          </a:p>
          <a:p>
            <a:r>
              <a:t>Point 24: taxes can be shown on a simple diagram with a clear label on each axis.</a:t>
            </a:r>
          </a:p>
          <a:p>
            <a:r>
              <a:t>Point 25: taxes often appears in exam questions that ask for a clear definition and an example.</a:t>
            </a:r>
          </a:p>
          <a:p>
            <a:r>
              <a:t>Point 26: taxes is a key idea that students should be able to explain in their own words.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7: consumer surplus</a:t>
            </a:r>
          </a:p>
          <a:p>
            <a:r>
              <a:t>Point 1: consumer surplus is a key idea that students should be able to explain in their own words.</a:t>
            </a:r>
          </a:p>
          <a:p>
            <a:r>
              <a:t>Point 2: consumer surplus links closely to how markets reach a price that buyers and sellers accept.</a:t>
            </a:r>
          </a:p>
          <a:p>
            <a:r>
              <a:t>Point 3: consumer surplus was first described by economists studying trade and later tested with data.</a:t>
            </a:r>
          </a:p>
          <a:p>
            <a:r>
              <a:t>Point 4: consumer surplus depends on the choices of households and firms and the rules set by government.</a:t>
            </a:r>
          </a:p>
          <a:p>
            <a:r>
              <a:t>Point 5: consumer surplus can be shown on a simple diagram with a clear label on each axis.</a:t>
            </a:r>
          </a:p>
          <a:p>
            <a:r>
              <a:t>Point 6: consumer surplus often appears in exam questions that ask for a clear definition and an example.</a:t>
            </a:r>
          </a:p>
          <a:p>
            <a:r>
              <a:t>Point 7: consumer surplus is a key idea that students should be able to explain in their own words.</a:t>
            </a:r>
          </a:p>
          <a:p>
            <a:r>
              <a:t>Point 8: consumer surplus links closely to how markets reach a price that buyers and sellers accept.</a:t>
            </a:r>
          </a:p>
          <a:p>
            <a:r>
              <a:t>Point 9: consumer surplus was first described by economists studying trade and later tested with data.</a:t>
            </a:r>
          </a:p>
          <a:p>
            <a:r>
              <a:t>Point 10: consumer surplus depends on the choices of households and firms and the rules set by government.</a:t>
            </a:r>
          </a:p>
          <a:p>
            <a:r>
              <a:t>Point 11: consumer surplus can be shown on a simple diagram with a clear label on each axis.</a:t>
            </a:r>
          </a:p>
          <a:p>
            <a:r>
              <a:t>Point 12: consumer surplus often appears in exam questions that ask for a clear definition and an example.</a:t>
            </a:r>
          </a:p>
          <a:p>
            <a:r>
              <a:t>Point 13: consumer surplus is a key idea that students should be able to explain in their own words.</a:t>
            </a:r>
          </a:p>
          <a:p>
            <a:r>
              <a:t>Point 14: consumer surplus links closely to how markets reach a price that buyers and sellers accept.</a:t>
            </a:r>
          </a:p>
          <a:p>
            <a:r>
              <a:t>Point 15: consumer surplus was first described by economists studying trade and later tested with data.</a:t>
            </a:r>
          </a:p>
          <a:p>
            <a:r>
              <a:t>Point 16: consumer surplus depends on the choices of households and firms and the rules set by government.</a:t>
            </a:r>
          </a:p>
          <a:p>
            <a:r>
              <a:t>Point 17: consumer surplus can be shown on a simple diagram with a clear label on each axis.</a:t>
            </a:r>
          </a:p>
          <a:p>
            <a:r>
              <a:t>Point 18: consumer surplus often appears in exam questions that ask for a clear definition and an example.</a:t>
            </a:r>
          </a:p>
          <a:p>
            <a:r>
              <a:t>Point 19: consumer surplus is a key idea that students should be able to explain in their own words.</a:t>
            </a:r>
          </a:p>
          <a:p>
            <a:r>
              <a:t>Point 20: consumer surplus links closely to how markets reach a price that buyers and sellers accept.</a:t>
            </a:r>
          </a:p>
          <a:p>
            <a:r>
              <a:t>Point 21: consumer surplus was first described by economists studying trade and later tested with data.</a:t>
            </a:r>
          </a:p>
          <a:p>
            <a:r>
              <a:t>Point 22: consumer surplus depends on the choices of households and firms and the rules set by government.</a:t>
            </a:r>
          </a:p>
          <a:p>
            <a:r>
              <a:t>Point 23: consumer surplus can be shown on a simple diagram with a clear label on each axis.</a:t>
            </a:r>
          </a:p>
          <a:p>
            <a:r>
              <a:t>Point 24: consumer surplus often appears in exam questions that ask for a clear definition and an example.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8: producer surplus</a:t>
            </a:r>
          </a:p>
          <a:p>
            <a:r>
              <a:t>Point 1: producer surplus links closely to how markets reach a price that buyers and sellers accept.</a:t>
            </a:r>
          </a:p>
          <a:p>
            <a:r>
              <a:t>Point 2: producer surplus was first described by economists studying trade and later tested with data.</a:t>
            </a:r>
          </a:p>
          <a:p>
            <a:r>
              <a:t>Point 3: producer surplus depends on the choices of households and firms and the rules set by government.</a:t>
            </a:r>
          </a:p>
          <a:p>
            <a:r>
              <a:t>Point 4: producer surplus can be shown on a simple diagram with a clear label on each axis.</a:t>
            </a:r>
          </a:p>
          <a:p>
            <a:r>
              <a:t>Point 5: producer surplus often appears in exam questions that ask for a clear definition and an example.</a:t>
            </a:r>
          </a:p>
          <a:p>
            <a:r>
              <a:t>Point 6: producer surplus is a key idea that students should be able to explain in their own words.</a:t>
            </a:r>
          </a:p>
          <a:p>
            <a:r>
              <a:t>Point 7: producer surplus links closely to how markets reach a price that buyers and sellers accept.</a:t>
            </a:r>
          </a:p>
          <a:p>
            <a:r>
              <a:t>Point 8: producer surplus was first described by economists studying trade and later tested with data.</a:t>
            </a:r>
          </a:p>
          <a:p>
            <a:r>
              <a:t>Point 9: producer surplus depends on the choices of households and firms and the rules set by government.</a:t>
            </a:r>
          </a:p>
          <a:p>
            <a:r>
              <a:t>Point 10: producer surplus can be shown on a simple diagram with a clear label on each axis.</a:t>
            </a:r>
          </a:p>
          <a:p>
            <a:r>
              <a:t>Point 11: producer surplus often appears in exam questions that ask for a clear definition and an example.</a:t>
            </a:r>
          </a:p>
          <a:p>
            <a:r>
              <a:t>Point 12: producer surplus is a key idea that students should be able to explain in their own words.</a:t>
            </a:r>
          </a:p>
          <a:p>
            <a:r>
              <a:t>Point 13: producer surplus links closely to how markets reach a price that buyers and sellers accept.</a:t>
            </a:r>
          </a:p>
          <a:p>
            <a:r>
              <a:t>Point 14: producer surplus was first described by economists studying trade and later tested with data.</a:t>
            </a:r>
          </a:p>
          <a:p>
            <a:r>
              <a:t>Point 15: producer surplus depends on the choices of households and firms and the rules set by government.</a:t>
            </a:r>
          </a:p>
          <a:p>
            <a:r>
              <a:t>Point 16: producer surplus can be shown on a simple diagram with a clear label on each axis.</a:t>
            </a:r>
          </a:p>
          <a:p>
            <a:r>
              <a:t>Point 17: producer surplus often appears in exam questions that ask for a clear definition and an example.</a:t>
            </a:r>
          </a:p>
          <a:p>
            <a:r>
              <a:t>Point 18: producer surplus is a key idea that students should be able to explain in their own words.</a:t>
            </a:r>
          </a:p>
          <a:p>
            <a:r>
              <a:t>Point 19: producer surplus links closely to how markets reach a price that buyers and sellers accept.</a:t>
            </a:r>
          </a:p>
          <a:p>
            <a:r>
              <a:t>Point 20: producer surplus was first described by economists studying trade and later tested with data.</a:t>
            </a:r>
          </a:p>
          <a:p>
            <a:r>
              <a:t>Point 21: producer surplus depends on the choices of households and firms and the rules set by government.</a:t>
            </a:r>
          </a:p>
          <a:p>
            <a:r>
              <a:t>Point 22: producer surplus can be shown on a simple diagram with a clear label on each axis.</a:t>
            </a:r>
          </a:p>
          <a:p>
            <a:r>
              <a:t>Point 23: producer surplus often appears in exam questions that ask for a clear definition and an example.</a:t>
            </a:r>
          </a:p>
          <a:p>
            <a:r>
              <a:t>Point 24: producer surplus is a key idea that students should be able to explain in their own words.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9: monopoly</a:t>
            </a:r>
          </a:p>
          <a:p>
            <a:r>
              <a:t>Point 1: monopoly was first described by economists studying trade and later tested with data.</a:t>
            </a:r>
          </a:p>
          <a:p>
            <a:r>
              <a:t>Point 2: monopoly depends on the choices of households and firms and the rules set by government.</a:t>
            </a:r>
          </a:p>
          <a:p>
            <a:r>
              <a:t>Point 3: monopoly can be shown on a simple diagram with a clear label on each axis.</a:t>
            </a:r>
          </a:p>
          <a:p>
            <a:r>
              <a:t>Point 4: monopoly often appears in exam questions that ask for a clear definition and an example.</a:t>
            </a:r>
          </a:p>
          <a:p>
            <a:r>
              <a:t>Point 5: monopoly is a key idea that students should be able to explain in their own words.</a:t>
            </a:r>
          </a:p>
          <a:p>
            <a:r>
              <a:t>Point 6: monopoly links closely to how markets reach a price that buyers and sellers accept.</a:t>
            </a:r>
          </a:p>
          <a:p>
            <a:r>
              <a:t>Point 7: monopoly was first described by economists studying trade and later tested with data.</a:t>
            </a:r>
          </a:p>
          <a:p>
            <a:r>
              <a:t>Point 8: monopoly depends on the choices of households and firms and the rules set by government.</a:t>
            </a:r>
          </a:p>
          <a:p>
            <a:r>
              <a:t>Point 9: monopoly can be shown on a simple diagram with a clear label on each axis.</a:t>
            </a:r>
          </a:p>
          <a:p>
            <a:r>
              <a:t>Point 10: monopoly often appears in exam questions that ask for a clear definition and an example.</a:t>
            </a:r>
          </a:p>
          <a:p>
            <a:r>
              <a:t>Point 11: monopoly is a key idea that students should be able to explain in their own words.</a:t>
            </a:r>
          </a:p>
          <a:p>
            <a:r>
              <a:t>Point 12: monopoly links closely to how markets reach a price that buyers and sellers accept.</a:t>
            </a:r>
          </a:p>
          <a:p>
            <a:r>
              <a:t>Point 13: monopoly was first described by economists studying trade and later tested with data.</a:t>
            </a:r>
          </a:p>
          <a:p>
            <a:r>
              <a:t>Point 14: monopoly depends on the choices of households and firms and the rules set by government.</a:t>
            </a:r>
          </a:p>
          <a:p>
            <a:r>
              <a:t>Point 15: monopoly can be shown on a simple diagram with a clear label on each axis.</a:t>
            </a:r>
          </a:p>
          <a:p>
            <a:r>
              <a:t>Point 16: monopoly often appears in exam questions that ask for a clear definition and an example.</a:t>
            </a:r>
          </a:p>
          <a:p>
            <a:r>
              <a:t>Point 17: monopoly is a key idea that students should be able to explain in their own words.</a:t>
            </a:r>
          </a:p>
          <a:p>
            <a:r>
              <a:t>Point 18: monopoly links closely to how markets reach a price that buyers and sellers accept.</a:t>
            </a:r>
          </a:p>
          <a:p>
            <a:r>
              <a:t>Point 19: monopoly was first described by economists studying trade and later tested with data.</a:t>
            </a:r>
          </a:p>
          <a:p>
            <a:r>
              <a:t>Point 20: monopoly depends on the choices of households and firms and the rules set by government.</a:t>
            </a:r>
          </a:p>
          <a:p>
            <a:r>
              <a:t>Point 21: monopoly can be shown on a simple diagram with a clear label on each axis.</a:t>
            </a:r>
          </a:p>
          <a:p>
            <a:r>
              <a:t>Point 22: monopoly often appears in exam questions that ask for a clear definition and an example.</a:t>
            </a:r>
          </a:p>
          <a:p>
            <a:r>
              <a:t>Point 23: monopoly is a key idea that students should be able to explain in their own words.</a:t>
            </a:r>
          </a:p>
          <a:p>
            <a:r>
              <a:t>Point 24: monopoly links closely to how markets reach a price that buyers and sellers accept.</a:t>
            </a:r>
          </a:p>
          <a:p>
            <a:r>
              <a:t>Point 25: monopoly was first described by economists studying trade and later tested with data.</a:t>
            </a:r>
          </a:p>
          <a:p>
            <a:r>
              <a:t>Point 26: monopoly depends on the choices of households and firms and the rules set by government.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10: oligopoly</a:t>
            </a:r>
          </a:p>
          <a:p>
            <a:r>
              <a:t>Point 1: oligopoly depends on the choices of households and firms and the rules set by government.</a:t>
            </a:r>
          </a:p>
          <a:p>
            <a:r>
              <a:t>Point 2: oligopoly can be shown on a simple diagram with a clear label on each axis.</a:t>
            </a:r>
          </a:p>
          <a:p>
            <a:r>
              <a:t>Point 3: oligopoly often appears in exam questions that ask for a clear definition and an example.</a:t>
            </a:r>
          </a:p>
          <a:p>
            <a:r>
              <a:t>Point 4: oligopoly is a key idea that students should be able to explain in their own words.</a:t>
            </a:r>
          </a:p>
          <a:p>
            <a:r>
              <a:t>Point 5: oligopoly links closely to how markets reach a price that buyers and sellers accept.</a:t>
            </a:r>
          </a:p>
          <a:p>
            <a:r>
              <a:t>Point 6: oligopoly was first described by economists studying trade and later tested with data.</a:t>
            </a:r>
          </a:p>
          <a:p>
            <a:r>
              <a:t>Point 7: oligopoly depends on the choices of households and firms and the rules set by government.</a:t>
            </a:r>
          </a:p>
          <a:p>
            <a:r>
              <a:t>Point 8: oligopoly can be shown on a simple diagram with a clear label on each axis.</a:t>
            </a:r>
          </a:p>
          <a:p>
            <a:r>
              <a:t>Point 9: oligopoly often appears in exam questions that ask for a clear definition and an example.</a:t>
            </a:r>
          </a:p>
          <a:p>
            <a:r>
              <a:t>Point 10: oligopoly is a key idea that students should be able to explain in their own words.</a:t>
            </a:r>
          </a:p>
          <a:p>
            <a:r>
              <a:t>Point 11: oligopoly links closely to how markets reach a price that buyers and sellers accept.</a:t>
            </a:r>
          </a:p>
          <a:p>
            <a:r>
              <a:t>Point 12: oligopoly was first described by economists studying trade and later tested with data.</a:t>
            </a:r>
          </a:p>
          <a:p>
            <a:r>
              <a:t>Point 13: oligopoly depends on the choices of households and firms and the rules set by government.</a:t>
            </a:r>
          </a:p>
          <a:p>
            <a:r>
              <a:t>Point 14: oligopoly can be shown on a simple diagram with a clear label on each axis.</a:t>
            </a:r>
          </a:p>
          <a:p>
            <a:r>
              <a:t>Point 15: oligopoly often appears in exam questions that ask for a clear definition and an example.</a:t>
            </a:r>
          </a:p>
          <a:p>
            <a:r>
              <a:t>Point 16: oligopoly is a key idea that students should be able to explain in their own words.</a:t>
            </a:r>
          </a:p>
          <a:p>
            <a:r>
              <a:t>Point 17: oligopoly links closely to how markets reach a price that buyers and sellers accept.</a:t>
            </a:r>
          </a:p>
          <a:p>
            <a:r>
              <a:t>Point 18: oligopoly was first described by economists studying trade and later tested with data.</a:t>
            </a:r>
          </a:p>
          <a:p>
            <a:r>
              <a:t>Point 19: oligopoly depends on the choices of households and firms and the rules set by government.</a:t>
            </a:r>
          </a:p>
          <a:p>
            <a:r>
              <a:t>Point 20: oligopoly can be shown on a simple diagram with a clear label on each axis.</a:t>
            </a:r>
          </a:p>
          <a:p>
            <a:r>
              <a:t>Point 21: oligopoly often appears in exam questions that ask for a clear definition and an example.</a:t>
            </a:r>
          </a:p>
          <a:p>
            <a:r>
              <a:t>Point 22: oligopoly is a key idea that students should be able to explain in their own words.</a:t>
            </a:r>
          </a:p>
          <a:p>
            <a:r>
              <a:t>Point 23: oligopoly links closely to how markets reach a price that buyers and sellers accept.</a:t>
            </a:r>
          </a:p>
          <a:p>
            <a:r>
              <a:t>Point 24: oligopoly was first described by economists studying trade and later tested with data.</a:t>
            </a:r>
          </a:p>
          <a:p>
            <a:r>
              <a:t>Point 25: oligopoly depends on the choices of households and firms and the rules set by government.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11: public goods</a:t>
            </a:r>
          </a:p>
          <a:p>
            <a:r>
              <a:t>Point 1: public goods can be shown on a simple diagram with a clear label on each axis.</a:t>
            </a:r>
          </a:p>
          <a:p>
            <a:r>
              <a:t>Point 2: public goods often appears in exam questions that ask for a clear definition and an example.</a:t>
            </a:r>
          </a:p>
          <a:p>
            <a:r>
              <a:t>Point 3: public goods is a key idea that students should be able to explain in their own words.</a:t>
            </a:r>
          </a:p>
          <a:p>
            <a:r>
              <a:t>Point 4: public goods links closely to how markets reach a price that buyers and sellers accept.</a:t>
            </a:r>
          </a:p>
          <a:p>
            <a:r>
              <a:t>Point 5: public goods was first described by economists studying trade and later tested with data.</a:t>
            </a:r>
          </a:p>
          <a:p>
            <a:r>
              <a:t>Point 6: public goods depends on the choices of households and firms and the rules set by government.</a:t>
            </a:r>
          </a:p>
          <a:p>
            <a:r>
              <a:t>Point 7: public goods can be shown on a simple diagram with a clear label on each axis.</a:t>
            </a:r>
          </a:p>
          <a:p>
            <a:r>
              <a:t>Point 8: public goods often appears in exam questions that ask for a clear definition and an example.</a:t>
            </a:r>
          </a:p>
          <a:p>
            <a:r>
              <a:t>Point 9: public goods is a key idea that students should be able to explain in their own words.</a:t>
            </a:r>
          </a:p>
          <a:p>
            <a:r>
              <a:t>Point 10: public goods links closely to how markets reach a price that buyers and sellers accept.</a:t>
            </a:r>
          </a:p>
          <a:p>
            <a:r>
              <a:t>Point 11: public goods was first described by economists studying trade and later tested with data.</a:t>
            </a:r>
          </a:p>
          <a:p>
            <a:r>
              <a:t>Point 12: public goods depends on the choices of households and firms and the rules set by government.</a:t>
            </a:r>
          </a:p>
          <a:p>
            <a:r>
              <a:t>Point 13: public goods can be shown on a simple diagram with a clear label on each axis.</a:t>
            </a:r>
          </a:p>
          <a:p>
            <a:r>
              <a:t>Point 14: public goods often appears in exam questions that ask for a clear definition and an example.</a:t>
            </a:r>
          </a:p>
          <a:p>
            <a:r>
              <a:t>Point 15: public goods is a key idea that students should be able to explain in their own words.</a:t>
            </a:r>
          </a:p>
          <a:p>
            <a:r>
              <a:t>Point 16: public goods links closely to how markets reach a price that buyers and sellers accept.</a:t>
            </a:r>
          </a:p>
          <a:p>
            <a:r>
              <a:t>Point 17: public goods was first described by economists studying trade and later tested with data.</a:t>
            </a:r>
          </a:p>
          <a:p>
            <a:r>
              <a:t>Point 18: public goods depends on the choices of households and firms and the rules set by government.</a:t>
            </a:r>
          </a:p>
          <a:p>
            <a:r>
              <a:t>Point 19: public goods can be shown on a simple diagram with a clear label on each axis.</a:t>
            </a:r>
          </a:p>
          <a:p>
            <a:r>
              <a:t>Point 20: public goods often appears in exam questions that ask for a clear definition and an example.</a:t>
            </a:r>
          </a:p>
          <a:p>
            <a:r>
              <a:t>Point 21: public goods is a key idea that students should be able to explain in their own words.</a:t>
            </a:r>
          </a:p>
          <a:p>
            <a:r>
              <a:t>Point 22: public goods links closely to how markets reach a price that buyers and sellers accept.</a:t>
            </a:r>
          </a:p>
          <a:p>
            <a:r>
              <a:t>Point 23: public goods was first described by economists studying trade and later tested with data.</a:t>
            </a:r>
          </a:p>
          <a:p>
            <a:r>
              <a:t>Point 24: public goods depends on the choices of households and firms and the rules set by government.</a:t>
            </a:r>
          </a:p>
          <a:p>
            <a:r>
              <a:t>Point 25: public goods can be shown on a simple diagram with a clear label on each axis.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Economics week 3, slide 12: externalities</a:t>
            </a:r>
          </a:p>
          <a:p>
            <a:r>
              <a:t>Point 1: externalities often appears in exam questions that ask for a clear definition and an example.</a:t>
            </a:r>
          </a:p>
          <a:p>
            <a:r>
              <a:t>Point 2: externalities is a key idea that students should be able to explain in their own words.</a:t>
            </a:r>
          </a:p>
          <a:p>
            <a:r>
              <a:t>Point 3: externalities links closely to how markets reach a price that buyers and sellers accept.</a:t>
            </a:r>
          </a:p>
          <a:p>
            <a:r>
              <a:t>Point 4: externalities was first described by economists studying trade and later tested with data.</a:t>
            </a:r>
          </a:p>
          <a:p>
            <a:r>
              <a:t>Point 5: externalities depends on the choices of households and firms and the rules set by government.</a:t>
            </a:r>
          </a:p>
          <a:p>
            <a:r>
              <a:t>Point 6: externalities can be shown on a simple diagram with a clear label on each axis.</a:t>
            </a:r>
          </a:p>
          <a:p>
            <a:r>
              <a:t>Point 7: externalities often appears in exam questions that ask for a clear definition and an example.</a:t>
            </a:r>
          </a:p>
          <a:p>
            <a:r>
              <a:t>Point 8: externalities is a key idea that students should be able to explain in their own words.</a:t>
            </a:r>
          </a:p>
          <a:p>
            <a:r>
              <a:t>Point 9: externalities links closely to how markets reach a price that buyers and sellers accept.</a:t>
            </a:r>
          </a:p>
          <a:p>
            <a:r>
              <a:t>Point 10: externalities was first described by economists studying trade and later tested with data.</a:t>
            </a:r>
          </a:p>
          <a:p>
            <a:r>
              <a:t>Point 11: externalities depends on the choices of households and firms and the rules set by government.</a:t>
            </a:r>
          </a:p>
          <a:p>
            <a:r>
              <a:t>Point 12: externalities can be shown on a simple diagram with a clear label on each axis.</a:t>
            </a:r>
          </a:p>
          <a:p>
            <a:r>
              <a:t>Point 13: externalities often appears in exam questions that ask for a clear definition and an example.</a:t>
            </a:r>
          </a:p>
          <a:p>
            <a:r>
              <a:t>Point 14: externalities is a key idea that students should be able to explain in their own words.</a:t>
            </a:r>
          </a:p>
          <a:p>
            <a:r>
              <a:t>Point 15: externalities links closely to how markets reach a price that buyers and sellers accept.</a:t>
            </a:r>
          </a:p>
          <a:p>
            <a:r>
              <a:t>Point 16: externalities was first described by economists studying trade and later tested with data.</a:t>
            </a:r>
          </a:p>
          <a:p>
            <a:r>
              <a:t>Point 17: externalities depends on the choices of households and firms and the rules set by government.</a:t>
            </a:r>
          </a:p>
          <a:p>
            <a:r>
              <a:t>Point 18: externalities can be shown on a simple diagram with a clear label on each axis.</a:t>
            </a:r>
          </a:p>
          <a:p>
            <a:r>
              <a:t>Point 19: externalities often appears in exam questions that ask for a clear definition and an example.</a:t>
            </a:r>
          </a:p>
          <a:p>
            <a:r>
              <a:t>Point 20: externalities is a key idea that students should be able to explain in their own words.</a:t>
            </a:r>
          </a:p>
          <a:p>
            <a:r>
              <a:t>Point 21: externalities links closely to how markets reach a price that buyers and sellers accept.</a:t>
            </a:r>
          </a:p>
          <a:p>
            <a:r>
              <a:t>Point 22: externalities was first described by economists studying trade and later tested with data.</a:t>
            </a:r>
          </a:p>
          <a:p>
            <a:r>
              <a:t>Point 23: externalities depends on the choices of households and firms and the rules set by government.</a:t>
            </a:r>
          </a:p>
          <a:p>
            <a:r>
              <a:t>Point 24: externalities can be shown on a simple diagram with a clear label on each axis.</a:t>
            </a:r>
          </a:p>
        </p:txBody>
      </p:sp>
    </p:spTree>
  </p:cSld>
</p:sld>
</file>